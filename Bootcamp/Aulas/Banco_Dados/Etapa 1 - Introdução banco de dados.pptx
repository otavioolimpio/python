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2a27db2fa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12a27db2fa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2a27db2fa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12a27db2fa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a27db2fa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g12a27db2fa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a27db2fa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12a27db2fa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2a27db2fa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2a27db2fa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2a27db2fa7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2a27db2fa7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2a27db2fa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12a27db2fa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2a27db2fa7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2a27db2fa7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2a27db2fa7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2a27db2fa7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2a27db2fa7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12a27db2fa7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2a27db2fa7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2a27db2fa7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2a27db2fa7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12a27db2fa7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2a27db2fa7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12a27db2fa7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2a27db2fa7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12a27db2fa7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2a27db2fa7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12a27db2fa7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‹nº›</a:t>
            </a:fld>
            <a:r>
              <a:rPr lang="pt-BR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br/database/what-is-databas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br/database/what-is-databas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godb.com/nosql-explaine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br/database/what-is-databas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mongodb.com/nosql-explained" TargetMode="External"/><Relationship Id="rId4" Type="http://schemas.openxmlformats.org/officeDocument/2006/relationships/hyperlink" Target="https://www.microsoft.com/pt-br/sql-server/sql-server-downloads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Leonardo Buta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Desenvolvedor .NET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@llbuta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https://www.linkedin.com/in/leonardo-buta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1</a:t>
            </a:fld>
            <a:r>
              <a:rPr lang="pt-BR"/>
              <a:t>]</a:t>
            </a:r>
            <a:endParaRPr/>
          </a:p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925" y="3981700"/>
            <a:ext cx="39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75" y="4392025"/>
            <a:ext cx="478300" cy="4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565525" y="1857725"/>
            <a:ext cx="8016900" cy="19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Aprender os principais conceitos de banco de dados, SQL, comandos, tratamento e junção de dados, </a:t>
            </a:r>
            <a:r>
              <a:rPr lang="pt-BR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 foco em desenvolvimento</a:t>
            </a: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2</a:t>
            </a:fld>
            <a:r>
              <a:rPr lang="pt-BR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Introdução banco de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678554" y="2808718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pt-BR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2262750" y="2865875"/>
            <a:ext cx="649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SQL, tabelas e tipos de dados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678554" y="3765731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pt-BR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2262751" y="3822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Manipulando dados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3</a:t>
            </a:fld>
            <a:r>
              <a:rPr lang="pt-BR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4</a:t>
            </a:r>
            <a:endParaRPr sz="2800" b="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2262750" y="1908875"/>
            <a:ext cx="667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Constraints, Funções e Procedures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678554" y="2808718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pt-BR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2262750" y="2865875"/>
            <a:ext cx="649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Bancos não relacionais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4</a:t>
            </a:fld>
            <a:r>
              <a:rPr lang="pt-BR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// </a:t>
            </a:r>
            <a:r>
              <a:rPr lang="pt-BR" sz="2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Banco de dados</a:t>
            </a: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Introdução banco de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5</a:t>
            </a:fld>
            <a:r>
              <a:rPr lang="pt-BR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banco de dados é uma coleção organizada de informações (ou dados) estruturadas, normalmente armazenadas eletronicamente em um sistema de computador.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https://www.oracle.com/br/database/what-is-database</a:t>
            </a:r>
            <a:endParaRPr sz="15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6</a:t>
            </a:fld>
            <a:r>
              <a:rPr lang="pt-BR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Banco de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7</a:t>
            </a:fld>
            <a:r>
              <a:rPr lang="pt-BR"/>
              <a:t>]</a:t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33450"/>
            <a:ext cx="8251985" cy="31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Banco de dados relacional</a:t>
            </a: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: O tipo mais usado atualmente, armazenando dados estruturados, sendo organizado em tabelas, com colunas e linhas, que se relacionam entre si.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Exemplos: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https://www.oracle.com/br/database/what-is-database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de banco de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8</a:t>
            </a:fld>
            <a:r>
              <a:rPr lang="pt-BR"/>
              <a:t>]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1350" y="2765475"/>
            <a:ext cx="1791075" cy="119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3675" y="2765476"/>
            <a:ext cx="1194075" cy="1194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6800" y="2817726"/>
            <a:ext cx="2095500" cy="1180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/>
        </p:nvSpPr>
        <p:spPr>
          <a:xfrm>
            <a:off x="565525" y="1746850"/>
            <a:ext cx="8016900" cy="29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Tabela:</a:t>
            </a: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São dados estruturados e organizados logicamente em formato de linha e coluna.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Entendendo alguns conceitos!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9</a:t>
            </a:fld>
            <a:r>
              <a:rPr lang="pt-BR"/>
              <a:t>]</a:t>
            </a:r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4275" y="2630225"/>
            <a:ext cx="6704717" cy="22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/>
        </p:nvSpPr>
        <p:spPr>
          <a:xfrm>
            <a:off x="565525" y="1746850"/>
            <a:ext cx="8016900" cy="28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Banco de dados não relacional:</a:t>
            </a: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Banco de dados onde os dados não são armazenados em tabela, e sim em armazenados de maneira não estruturadas ou semi-estruturadas.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Existem vários tipos: document databases, key-value databases, wide-column stores, e graph databases.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https://www.mongodb.com/nosql-explained</a:t>
            </a:r>
            <a:endParaRPr sz="15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de banco de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7" name="Google Shape;137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10</a:t>
            </a:fld>
            <a:r>
              <a:rPr lang="pt-BR"/>
              <a:t>]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9700" y="2895763"/>
            <a:ext cx="1560274" cy="52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de banco de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11</a:t>
            </a:fld>
            <a:r>
              <a:rPr lang="pt-BR"/>
              <a:t>]</a:t>
            </a:r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5375" y="1884550"/>
            <a:ext cx="5388626" cy="17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/>
          <p:nvPr/>
        </p:nvSpPr>
        <p:spPr>
          <a:xfrm>
            <a:off x="565525" y="1594450"/>
            <a:ext cx="8016900" cy="2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Semi estruturado                                         Estruturado </a:t>
            </a:r>
            <a:endParaRPr sz="15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37650"/>
            <a:ext cx="3450575" cy="2616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/>
        </p:nvSpPr>
        <p:spPr>
          <a:xfrm>
            <a:off x="565525" y="1746850"/>
            <a:ext cx="8016900" cy="29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Database Management System:</a:t>
            </a: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É um software utilizado para acessar, manipular e monitorar um sistema de banco de dados.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0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DBMS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" name="Google Shape;154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12</a:t>
            </a:fld>
            <a:r>
              <a:rPr lang="pt-BR"/>
              <a:t>]</a:t>
            </a:r>
            <a:endParaRPr/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9250" y="2647300"/>
            <a:ext cx="5583101" cy="239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Vamos instalar o SQL Server!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1" name="Google Shape;161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13</a:t>
            </a:fld>
            <a:r>
              <a:rPr lang="pt-BR"/>
              <a:t>]</a:t>
            </a:r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8163" y="1355899"/>
            <a:ext cx="3787675" cy="378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/>
        </p:nvSpPr>
        <p:spPr>
          <a:xfrm>
            <a:off x="543025" y="1902100"/>
            <a:ext cx="8061900" cy="21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1500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https://www.oracle.com/br/database/what-is-database</a:t>
            </a:r>
            <a:endParaRPr sz="15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https://www.microsoft.com/pt-br/sql-server/sql-server-downloads</a:t>
            </a:r>
            <a:endParaRPr sz="15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https://www.mongodb.com/nosql-explained</a:t>
            </a:r>
            <a:endParaRPr sz="15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pt-BR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14</a:t>
            </a:fld>
            <a:r>
              <a:rPr lang="pt-BR"/>
              <a:t>]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pt-BR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b="1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Introdução banco de dados</a:t>
            </a:r>
            <a:endParaRPr sz="2400" b="1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678554" y="2808718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pt-BR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2262750" y="2865875"/>
            <a:ext cx="6495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SQL, tabelas e tipos de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678554" y="3765731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pt-BR"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2262751" y="3822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Manipulando dados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[</a:t>
            </a:r>
            <a:fld id="{00000000-1234-1234-1234-123412341234}" type="slidenum">
              <a:rPr lang="pt-BR">
                <a:solidFill>
                  <a:srgbClr val="EA4E60"/>
                </a:solidFill>
              </a:rPr>
              <a:t>15</a:t>
            </a:fld>
            <a:r>
              <a:rPr lang="pt-BR"/>
              <a:t>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15</Slides>
  <Notes>15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2026-01-11T09:43:25Z</dcterms:modified>
</cp:coreProperties>
</file>